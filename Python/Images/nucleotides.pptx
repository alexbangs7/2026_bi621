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90" d="100"/>
          <a:sy n="90" d="100"/>
        </p:scale>
        <p:origin x="67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DEE8-8D05-BB0E-1D20-47A58FCB5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23B47-931E-23E0-0365-BE005BE5C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9481-6AE5-420C-A17F-A2671CF1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FD190-BE59-FFDA-FDCE-A4791F80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527E5-828B-9F34-0BED-4955E404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9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A758-B453-CAA6-D85A-47A5BF25D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A3118-4FE0-6EFB-F999-67A27A7F3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A1C04-A6D4-ECAF-62D8-8632ACE76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465CB-8F76-5F72-8AE7-40FC3AE6C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A1FEC-C5EE-8531-518D-261035D8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6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D00E-E3D0-C6DC-927C-4754BE3B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0B549-5F91-0794-55D8-2D951EDF8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DC368-4FA8-616B-1655-1DD63CE71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B6FDC-68B9-56CA-C93F-9DB35A55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4455-CC62-ED48-FDF0-32F53506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45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3842-1C09-A254-C865-EFA4A03C9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7B495-2D86-6665-BC2F-93F5C0290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4103E-148E-17DB-BC9D-D7CDC053E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C9845-969C-310C-09F9-718519AC8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FDED0-05FD-6981-9D7D-CD3EB326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21D6F-76F1-0845-B9BE-690198596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73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0216-3B36-28FA-3404-9A44C6F9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F3299-ABA5-61F0-47D8-0E0419E8E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6CF93-377A-3626-7328-2A20B0F64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117BCC-B443-1BB6-AEBF-AB4FB1B79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E9577C-1622-6D0C-4636-877F62C71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EC6AF-0377-CB97-071D-647A807B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BBCD97-B368-4C37-3A3D-71F7F531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304CB-D260-A295-62D4-BB69E2A1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98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7AB09-1CD3-8F02-5462-0DF3F38F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10DCD5-51A5-E2B2-C6FE-93DC80B1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04F51-C0C0-76C6-746B-545DFACA5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82AEF-67E8-9A19-96AC-B4916E21A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95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35F5A4-3A21-2F2F-0A68-DF73ABB0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0CF48-8DF4-A278-8C28-5D38333B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78EDE-A8BF-2508-3E76-87D976C1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6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8DE7-C4ED-59A0-43ED-42D02A0E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E2AE5-547F-A2DA-16C8-0B02E80CB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0DC4B-3ABA-2D82-B271-BAEB1F4E0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0B88C-A604-4BD5-A125-B321C24C2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03483-D1E5-8AA0-D512-33730D6DC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30D46-ED56-FB6D-0B5C-61CF49791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1BC2-785D-4EFB-6AA1-93D59C372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290B2-24F0-398F-EE45-4481A61E7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446B4-ECC1-039D-4AEA-64F519A21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BCDDD-3075-50ED-55D1-318FFF07A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CF696-BE1A-2CAC-60EC-7C69286E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BE1B5-BD7F-AF5F-9B1D-194F22B1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69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4358-7626-168F-1F24-6DCF55E3D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2E88C-1FBE-69D9-A219-DC7088DEF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D40C5-EC84-81A7-4851-F1AF6A089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BBFE6-1299-257B-35F8-3A54648B2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A4C25-7BC6-ED4C-9D1E-F6AD56C0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2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212A37-D7DF-7AAA-AF8F-1A642E0041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B8999-9739-F74F-A691-6FA1E44CF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A60BC-2D98-C60B-3CDF-5E87A7361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975F1-10FC-F8EB-34F4-E23F5824B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7867-ABFD-72B0-77F3-8289BF6E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3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8A1F4-E5C2-6A67-711A-130C7CBD0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C20A7-F0AE-048A-6592-32A2D1419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4F69A-85EB-9C91-4136-C6A9538A8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53ADB-F8CB-ED48-9406-E1A1E9BB2A23}" type="datetimeFigureOut">
              <a:rPr lang="en-US" smtClean="0"/>
              <a:t>5/21/24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65F96-2E51-1748-72AF-AD07F4B04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A5872-9E85-90FB-409E-7979F2102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E7B5E-A8C6-244C-81C5-6150D2FD5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8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12" descr="A screenshot of a diagram&#10;&#10;Description automatically generated">
            <a:extLst>
              <a:ext uri="{FF2B5EF4-FFF2-40B4-BE49-F238E27FC236}">
                <a16:creationId xmlns:a16="http://schemas.microsoft.com/office/drawing/2014/main" id="{4769423B-B1AB-EF23-CFC4-959997E9B3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12" t="12279" r="49661" b="13589"/>
          <a:stretch/>
        </p:blipFill>
        <p:spPr>
          <a:xfrm>
            <a:off x="6117244" y="1257299"/>
            <a:ext cx="5040921" cy="5386389"/>
          </a:xfrm>
          <a:prstGeom prst="rect">
            <a:avLst/>
          </a:prstGeom>
        </p:spPr>
      </p:pic>
      <p:pic>
        <p:nvPicPr>
          <p:cNvPr id="10" name="Content Placeholder 12" descr="A screenshot of a diagram&#10;&#10;Description automatically generated">
            <a:extLst>
              <a:ext uri="{FF2B5EF4-FFF2-40B4-BE49-F238E27FC236}">
                <a16:creationId xmlns:a16="http://schemas.microsoft.com/office/drawing/2014/main" id="{7A805118-FE99-9502-7597-A3EB5D510F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436" t="12279" r="6413" b="13589"/>
          <a:stretch/>
        </p:blipFill>
        <p:spPr>
          <a:xfrm>
            <a:off x="-165225" y="1257299"/>
            <a:ext cx="5225560" cy="53863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86010C-43B9-2BC2-442B-DFCF70966C34}"/>
              </a:ext>
            </a:extLst>
          </p:cNvPr>
          <p:cNvSpPr txBox="1"/>
          <p:nvPr/>
        </p:nvSpPr>
        <p:spPr>
          <a:xfrm>
            <a:off x="124920" y="2028092"/>
            <a:ext cx="47830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Adenine (A)		Guanine (G)</a:t>
            </a:r>
          </a:p>
          <a:p>
            <a:endParaRPr lang="en-US" sz="2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endParaRPr lang="en-US" sz="2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endParaRPr lang="en-US" sz="2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endParaRPr lang="en-US" sz="2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endParaRPr lang="en-US" sz="20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Thymine (T)		Cytosine (C)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5C0A64-74EF-E52C-3159-C81FFA63E71E}"/>
              </a:ext>
            </a:extLst>
          </p:cNvPr>
          <p:cNvSpPr/>
          <p:nvPr/>
        </p:nvSpPr>
        <p:spPr>
          <a:xfrm>
            <a:off x="6404457" y="4525108"/>
            <a:ext cx="4513385" cy="168269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12" descr="A screenshot of a diagram&#10;&#10;Description automatically generated">
            <a:extLst>
              <a:ext uri="{FF2B5EF4-FFF2-40B4-BE49-F238E27FC236}">
                <a16:creationId xmlns:a16="http://schemas.microsoft.com/office/drawing/2014/main" id="{8B3A4942-B78D-DEA2-40EB-1474279688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09" t="55888" r="54453" b="19426"/>
          <a:stretch/>
        </p:blipFill>
        <p:spPr>
          <a:xfrm>
            <a:off x="6357565" y="4332107"/>
            <a:ext cx="2063262" cy="1793630"/>
          </a:xfrm>
          <a:prstGeom prst="rect">
            <a:avLst/>
          </a:prstGeom>
        </p:spPr>
      </p:pic>
      <p:pic>
        <p:nvPicPr>
          <p:cNvPr id="14" name="Content Placeholder 12" descr="A screenshot of a diagram&#10;&#10;Description automatically generated">
            <a:extLst>
              <a:ext uri="{FF2B5EF4-FFF2-40B4-BE49-F238E27FC236}">
                <a16:creationId xmlns:a16="http://schemas.microsoft.com/office/drawing/2014/main" id="{3497B657-8CAE-D3A2-2888-E5F62DA07F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41" t="54985" r="72121" b="19200"/>
          <a:stretch/>
        </p:blipFill>
        <p:spPr>
          <a:xfrm>
            <a:off x="8558932" y="4332107"/>
            <a:ext cx="2063263" cy="18756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91D108-1F4A-95B3-44AB-8BE887D17752}"/>
              </a:ext>
            </a:extLst>
          </p:cNvPr>
          <p:cNvSpPr txBox="1"/>
          <p:nvPr/>
        </p:nvSpPr>
        <p:spPr>
          <a:xfrm>
            <a:off x="6269643" y="1997519"/>
            <a:ext cx="47830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Adenine (A)	     Guanine (G)</a:t>
            </a:r>
          </a:p>
          <a:p>
            <a:endParaRPr lang="en-US" sz="2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endParaRPr lang="en-US" sz="2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endParaRPr lang="en-US" sz="2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endParaRPr lang="en-US" sz="2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endParaRPr lang="en-US" sz="20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Uracil (U)	     Cytosine (C)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9E3174F-A1CC-F798-AA6E-2F14DACD7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6040" y="2463799"/>
            <a:ext cx="916976" cy="325526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2D413C7-0A1E-3B02-30E8-A629493B96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05055" y="2468371"/>
            <a:ext cx="914400" cy="32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5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40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Futura Medium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Leslie Coonrod</dc:creator>
  <cp:keywords/>
  <dc:description/>
  <cp:lastModifiedBy>Leslie Coonrod</cp:lastModifiedBy>
  <cp:revision>2</cp:revision>
  <dcterms:created xsi:type="dcterms:W3CDTF">2024-05-21T17:58:29Z</dcterms:created>
  <dcterms:modified xsi:type="dcterms:W3CDTF">2024-05-21T21:55:21Z</dcterms:modified>
  <cp:category/>
</cp:coreProperties>
</file>